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aides-a-lalternance/?utm_source=slides-sales&amp;utm_medium=print&amp;utm_campaign=aides-apprentissage&amp;utm_content=testimonial" TargetMode="External"/><Relationship Id="rId4" Type="http://schemas.openxmlformats.org/officeDocument/2006/relationships/hyperlink" Target="https://www.ayming.fr/temoignages-clients/virbac/?utm_source=slides-sales&amp;utm_medium=print&amp;utm_campaign=aides-apprentissage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71455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7683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